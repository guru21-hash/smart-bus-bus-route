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839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8392B"/>
                </a:solidFill>
                <a:latin typeface="+mn-lt"/>
              </a:rPr>
              <a:t>Bus stands by grade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 stands</c:v>
                </c:pt>
              </c:strCache>
            </c:strRef>
          </c:tx>
          <c:spPr>
            <a:solidFill>
              <a:srgbClr val="0D7A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Grade A</c:v>
                  </c:pt>
                  <c:pt idx="1">
                    <c:v>Grade B</c:v>
                  </c:pt>
                  <c:pt idx="2">
                    <c:v>Grade C</c:v>
                  </c:pt>
                  <c:pt idx="3">
                    <c:v>Grade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53</c:v>
                </c:pt>
                <c:pt idx="2">
                  <c:v>68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site on screen: the 3D bus intro plays while you introduce the project. TN Bus is an Omnibus-style booking and management site focused on Tamil Nadu.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in one line, then say we went beyond the brief: a complete passenger website plus an admin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table. Show each in the demo: Buses tab for management, Routes &amp; stops for routes, My tickets for cancel, Reports for the status report and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search Erode to Coimbatore, pick BUS101 (8 seats left), choose seats, pay with the demo gateway, show the ticket and confetti.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SQL file loads 38 districts, 67 towns and stands, 3 routes, fare rules and schemes. Be upfront: villages are added through the form, and distances are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184 bus stands: 43 under corporations and 141 under municipalities. By grade: A 35, B 53, C 68, D 28. The two splits both add up to 184. These figures were supplied by the team - verify the source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standard national and state helplines; confirm the TNSTC numbers on the official site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engine, three ways to use it: command line for the PL048 brief, Streamlit web app, and the live website. The database files load into SQLite, MySQL or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what is demo and what is production-ready. Close with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</a:rPr>
              <a:t>Smart Bus · PL048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KkTYppeLnxqHYfYCmvTJCj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Smart Bus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D27A"/>
                </a:solidFill>
              </a:rPr>
              <a:t>Bus Route &amp; Passenger Management System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Search · Book · Pay · Manage — every city, town and bus stand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B0A3"/>
                </a:solidFill>
              </a:rPr>
              <a:t>Tamil Nadu · Problem PL048 · Hackathon 2026</a:t>
            </a:r>
            <a:endParaRPr lang="en-US" sz="1200" dirty="0"/>
          </a:p>
        </p:txBody>
      </p:sp>
      <p:sp>
        <p:nvSpPr>
          <p:cNvPr id="6" name="bus body"/>
          <p:cNvSpPr/>
          <p:nvPr/>
        </p:nvSpPr>
        <p:spPr>
          <a:xfrm>
            <a:off x="5394960" y="2651760"/>
            <a:ext cx="320040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3383280"/>
            <a:ext cx="3200400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788920"/>
            <a:ext cx="457200" cy="365760"/>
          </a:xfrm>
          <a:prstGeom prst="rect">
            <a:avLst/>
          </a:prstGeom>
          <a:solidFill>
            <a:srgbClr val="9FD4FF"/>
          </a:solidFill>
          <a:ln w="12700">
            <a:solidFill>
              <a:srgbClr val="9F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2788920"/>
            <a:ext cx="457200" cy="365760"/>
          </a:xfrm>
          <a:prstGeom prst="rect">
            <a:avLst/>
          </a:prstGeom>
          <a:solidFill>
            <a:srgbClr val="9FD4FF"/>
          </a:solidFill>
          <a:ln w="12700">
            <a:solidFill>
              <a:srgbClr val="9F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11696" y="2788920"/>
            <a:ext cx="457200" cy="365760"/>
          </a:xfrm>
          <a:prstGeom prst="rect">
            <a:avLst/>
          </a:prstGeom>
          <a:solidFill>
            <a:srgbClr val="9FD4FF"/>
          </a:solidFill>
          <a:ln w="12700">
            <a:solidFill>
              <a:srgbClr val="9F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2788920"/>
            <a:ext cx="457200" cy="365760"/>
          </a:xfrm>
          <a:prstGeom prst="rect">
            <a:avLst/>
          </a:prstGeom>
          <a:solidFill>
            <a:srgbClr val="9FD4FF"/>
          </a:solidFill>
          <a:ln w="12700">
            <a:solidFill>
              <a:srgbClr val="9F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45552" y="2788920"/>
            <a:ext cx="457200" cy="365760"/>
          </a:xfrm>
          <a:prstGeom prst="rect">
            <a:avLst/>
          </a:prstGeom>
          <a:solidFill>
            <a:srgbClr val="9FD4FF"/>
          </a:solidFill>
          <a:ln w="12700">
            <a:solidFill>
              <a:srgbClr val="9F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657600"/>
            <a:ext cx="457200" cy="45720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657600"/>
            <a:ext cx="457200" cy="45720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4114800"/>
            <a:ext cx="3840480" cy="36576"/>
          </a:xfrm>
          <a:prstGeom prst="rect">
            <a:avLst/>
          </a:prstGeom>
          <a:solidFill>
            <a:srgbClr val="F4B21B"/>
          </a:solidFill>
          <a:ln w="12700">
            <a:solidFill>
              <a:srgbClr val="F4B2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challenge and our answer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64008" cy="30723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685800" y="1271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PL048</a:t>
            </a:r>
            <a:endParaRPr lang="en-US" sz="1600" dirty="0"/>
          </a:p>
        </p:txBody>
      </p:sp>
      <p:sp>
        <p:nvSpPr>
          <p:cNvPr id="6" name="problem body"/>
          <p:cNvSpPr txBox="1"/>
          <p:nvPr/>
        </p:nvSpPr>
        <p:spPr>
          <a:xfrm>
            <a:off x="685800" y="16459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city transport organisation needs one system for buses, routes, stops, drivers, passengers and ticketing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Must support bus and route management, booking, cancellation and fare calculation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Special challenge: a bus status report for BUS101 on route R12, Erode to Coimbatore</a:t>
            </a:r>
            <a:endParaRPr lang="en-US" sz="1400" dirty="0"/>
          </a:p>
        </p:txBody>
      </p:sp>
      <p:sp>
        <p:nvSpPr>
          <p:cNvPr id="7" name="answer card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52728"/>
            <a:ext cx="64008" cy="30723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nswer head"/>
          <p:cNvSpPr txBox="1"/>
          <p:nvPr/>
        </p:nvSpPr>
        <p:spPr>
          <a:xfrm>
            <a:off x="4983480" y="1271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0" name="answer body"/>
          <p:cNvSpPr txBox="1"/>
          <p:nvPr/>
        </p:nvSpPr>
        <p:spPr>
          <a:xfrm>
            <a:off x="4983480" y="16459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full website, not just a command-line tool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Passenger side: search, seats, payment, e-ticket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side: buses, routes, reports and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Designed for all of Tamil Nadu plus interstate travel, in Tamil and English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PL048 requirement, covered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website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view, search, update, delete. Fields: Bus ID, registration, route number, driver, capacity, available seats,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route, add stops, update route, search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ticket, cancel ticket with refund, calculate fare, view passenger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Status Report: BUS101, route R12, Erode to Coimbatore, capacity 50, passengers 42, available 8, 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fare calculation, route search, passenger load analysis, peak-hour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booking experience people enjoy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169164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Search</a:t>
            </a:r>
            <a:endParaRPr lang="en-US" sz="1200" dirty="0"/>
          </a:p>
        </p:txBody>
      </p:sp>
      <p:sp>
        <p:nvSpPr>
          <p:cNvPr id="5" name="step 2"/>
          <p:cNvSpPr/>
          <p:nvPr/>
        </p:nvSpPr>
        <p:spPr>
          <a:xfrm>
            <a:off x="2103120" y="1143000"/>
            <a:ext cx="169164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Pick a bus</a:t>
            </a:r>
            <a:endParaRPr lang="en-US" sz="1200" dirty="0"/>
          </a:p>
        </p:txBody>
      </p:sp>
      <p:sp>
        <p:nvSpPr>
          <p:cNvPr id="7" name="step 3"/>
          <p:cNvSpPr/>
          <p:nvPr/>
        </p:nvSpPr>
        <p:spPr>
          <a:xfrm>
            <a:off x="3749040" y="1143000"/>
            <a:ext cx="169164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Choose seats</a:t>
            </a:r>
            <a:endParaRPr lang="en-US" sz="1200" dirty="0"/>
          </a:p>
        </p:txBody>
      </p:sp>
      <p:sp>
        <p:nvSpPr>
          <p:cNvPr id="9" name="step 4"/>
          <p:cNvSpPr/>
          <p:nvPr/>
        </p:nvSpPr>
        <p:spPr>
          <a:xfrm>
            <a:off x="5394960" y="1143000"/>
            <a:ext cx="1691640" cy="7315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</a:t>
            </a:r>
            <a:endParaRPr lang="en-US" sz="1200" dirty="0"/>
          </a:p>
        </p:txBody>
      </p:sp>
      <p:sp>
        <p:nvSpPr>
          <p:cNvPr id="11" name="step 5"/>
          <p:cNvSpPr/>
          <p:nvPr/>
        </p:nvSpPr>
        <p:spPr>
          <a:xfrm>
            <a:off x="7040880" y="1143000"/>
            <a:ext cx="1691640" cy="7315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e-Ticket + QR</a:t>
            </a:r>
            <a:endParaRPr lang="en-US" sz="1200" dirty="0"/>
          </a:p>
        </p:txBody>
      </p:sp>
      <p:sp>
        <p:nvSpPr>
          <p:cNvPr id="13" name="tile 1 card"/>
          <p:cNvSpPr/>
          <p:nvPr/>
        </p:nvSpPr>
        <p:spPr>
          <a:xfrm>
            <a:off x="457200" y="228600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95728"/>
            <a:ext cx="64008" cy="19751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ile 1 head"/>
          <p:cNvSpPr txBox="1"/>
          <p:nvPr/>
        </p:nvSpPr>
        <p:spPr>
          <a:xfrm>
            <a:off x="685800" y="24140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 map</a:t>
            </a:r>
            <a:endParaRPr lang="en-US" sz="1600" dirty="0"/>
          </a:p>
        </p:txBody>
      </p:sp>
      <p:sp>
        <p:nvSpPr>
          <p:cNvPr id="16" name="tile 1 body"/>
          <p:cNvSpPr txBox="1"/>
          <p:nvPr/>
        </p:nvSpPr>
        <p:spPr>
          <a:xfrm>
            <a:off x="685800" y="27889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Animated map of all stops; the chosen route is traced with a moving bus</a:t>
            </a:r>
            <a:endParaRPr lang="en-US" sz="1400" dirty="0"/>
          </a:p>
        </p:txBody>
      </p:sp>
      <p:sp>
        <p:nvSpPr>
          <p:cNvPr id="17" name="tile 2 card"/>
          <p:cNvSpPr/>
          <p:nvPr/>
        </p:nvSpPr>
        <p:spPr>
          <a:xfrm>
            <a:off x="2560320" y="228600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395728"/>
            <a:ext cx="64008" cy="19751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ile 2 head"/>
          <p:cNvSpPr txBox="1"/>
          <p:nvPr/>
        </p:nvSpPr>
        <p:spPr>
          <a:xfrm>
            <a:off x="2788920" y="24140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20" name="tile 2 body"/>
          <p:cNvSpPr txBox="1"/>
          <p:nvPr/>
        </p:nvSpPr>
        <p:spPr>
          <a:xfrm>
            <a:off x="2788920" y="27889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tap switches key screens between Tamil and English</a:t>
            </a:r>
            <a:endParaRPr lang="en-US" sz="1400" dirty="0"/>
          </a:p>
        </p:txBody>
      </p:sp>
      <p:sp>
        <p:nvSpPr>
          <p:cNvPr id="21" name="tile 3 card"/>
          <p:cNvSpPr/>
          <p:nvPr/>
        </p:nvSpPr>
        <p:spPr>
          <a:xfrm>
            <a:off x="4663440" y="228600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395728"/>
            <a:ext cx="64008" cy="197510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ile 3 head"/>
          <p:cNvSpPr txBox="1"/>
          <p:nvPr/>
        </p:nvSpPr>
        <p:spPr>
          <a:xfrm>
            <a:off x="4892040" y="24140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Fares</a:t>
            </a:r>
            <a:endParaRPr lang="en-US" sz="1600" dirty="0"/>
          </a:p>
        </p:txBody>
      </p:sp>
      <p:sp>
        <p:nvSpPr>
          <p:cNvPr id="24" name="tile 3 body"/>
          <p:cNvSpPr txBox="1"/>
          <p:nvPr/>
        </p:nvSpPr>
        <p:spPr>
          <a:xfrm>
            <a:off x="4892040" y="27889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Fare breakdown, with the women free-travel scheme applied automatically</a:t>
            </a:r>
            <a:endParaRPr lang="en-US" sz="1400" dirty="0"/>
          </a:p>
        </p:txBody>
      </p:sp>
      <p:sp>
        <p:nvSpPr>
          <p:cNvPr id="25" name="tile 4 card"/>
          <p:cNvSpPr/>
          <p:nvPr/>
        </p:nvSpPr>
        <p:spPr>
          <a:xfrm>
            <a:off x="6766560" y="228600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395728"/>
            <a:ext cx="64008" cy="19751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ile 4 head"/>
          <p:cNvSpPr txBox="1"/>
          <p:nvPr/>
        </p:nvSpPr>
        <p:spPr>
          <a:xfrm>
            <a:off x="6995160" y="24140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Look and feel</a:t>
            </a:r>
            <a:endParaRPr lang="en-US" sz="1600" dirty="0"/>
          </a:p>
        </p:txBody>
      </p:sp>
      <p:sp>
        <p:nvSpPr>
          <p:cNvPr id="28" name="tile 4 body"/>
          <p:cNvSpPr txBox="1"/>
          <p:nvPr/>
        </p:nvSpPr>
        <p:spPr>
          <a:xfrm>
            <a:off x="6995160" y="27889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3D bus intro, light and dark mode, mobile friendly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Built for all of Tamil Nadu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districts</a:t>
            </a:r>
            <a:endParaRPr lang="en-US" sz="1050" dirty="0"/>
          </a:p>
        </p:txBody>
      </p:sp>
      <p:sp>
        <p:nvSpPr>
          <p:cNvPr id="6" name="stat 2"/>
          <p:cNvSpPr/>
          <p:nvPr/>
        </p:nvSpPr>
        <p:spPr>
          <a:xfrm>
            <a:off x="256032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1704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67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towns and bus stands, incl. Kerala, Karnataka, Andhra, Puducherry</a:t>
            </a:r>
            <a:endParaRPr lang="en-US" sz="1050" dirty="0"/>
          </a:p>
        </p:txBody>
      </p:sp>
      <p:sp>
        <p:nvSpPr>
          <p:cNvPr id="9" name="stat 3"/>
          <p:cNvSpPr/>
          <p:nvPr/>
        </p:nvSpPr>
        <p:spPr>
          <a:xfrm>
            <a:off x="466344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704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bus service types with fare rates</a:t>
            </a:r>
            <a:endParaRPr lang="en-US" sz="1050" dirty="0"/>
          </a:p>
        </p:txBody>
      </p:sp>
      <p:sp>
        <p:nvSpPr>
          <p:cNvPr id="12" name="stat 4"/>
          <p:cNvSpPr/>
          <p:nvPr/>
        </p:nvSpPr>
        <p:spPr>
          <a:xfrm>
            <a:off x="676656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704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concession and free-travel schemes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Master database structure (ready-to-paste SQL + JSON)</a:t>
            </a:r>
            <a:endParaRPr lang="en-US" sz="1300" dirty="0"/>
          </a:p>
        </p:txBody>
      </p:sp>
      <p:sp>
        <p:nvSpPr>
          <p:cNvPr id="16" name="level 1"/>
          <p:cNvSpPr/>
          <p:nvPr/>
        </p:nvSpPr>
        <p:spPr>
          <a:xfrm>
            <a:off x="457200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District</a:t>
            </a:r>
            <a:endParaRPr lang="en-US" sz="1050" dirty="0"/>
          </a:p>
        </p:txBody>
      </p:sp>
      <p:sp>
        <p:nvSpPr>
          <p:cNvPr id="18" name="level 2"/>
          <p:cNvSpPr/>
          <p:nvPr/>
        </p:nvSpPr>
        <p:spPr>
          <a:xfrm>
            <a:off x="1490472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90472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Town</a:t>
            </a:r>
            <a:endParaRPr lang="en-US" sz="1050" dirty="0"/>
          </a:p>
        </p:txBody>
      </p:sp>
      <p:sp>
        <p:nvSpPr>
          <p:cNvPr id="20" name="level 3"/>
          <p:cNvSpPr/>
          <p:nvPr/>
        </p:nvSpPr>
        <p:spPr>
          <a:xfrm>
            <a:off x="2523744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3744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Village</a:t>
            </a:r>
            <a:endParaRPr lang="en-US" sz="1050" dirty="0"/>
          </a:p>
        </p:txBody>
      </p:sp>
      <p:sp>
        <p:nvSpPr>
          <p:cNvPr id="22" name="level 4"/>
          <p:cNvSpPr/>
          <p:nvPr/>
        </p:nvSpPr>
        <p:spPr>
          <a:xfrm>
            <a:off x="3557016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7016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Bus stand</a:t>
            </a:r>
            <a:endParaRPr lang="en-US" sz="1050" dirty="0"/>
          </a:p>
        </p:txBody>
      </p:sp>
      <p:sp>
        <p:nvSpPr>
          <p:cNvPr id="24" name="level 5"/>
          <p:cNvSpPr/>
          <p:nvPr/>
        </p:nvSpPr>
        <p:spPr>
          <a:xfrm>
            <a:off x="4590288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0288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Stop</a:t>
            </a:r>
            <a:endParaRPr lang="en-US" sz="1050" dirty="0"/>
          </a:p>
        </p:txBody>
      </p:sp>
      <p:sp>
        <p:nvSpPr>
          <p:cNvPr id="26" name="level 6"/>
          <p:cNvSpPr/>
          <p:nvPr/>
        </p:nvSpPr>
        <p:spPr>
          <a:xfrm>
            <a:off x="5623560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2356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Route</a:t>
            </a:r>
            <a:endParaRPr lang="en-US" sz="1050" dirty="0"/>
          </a:p>
        </p:txBody>
      </p:sp>
      <p:sp>
        <p:nvSpPr>
          <p:cNvPr id="28" name="level 7"/>
          <p:cNvSpPr/>
          <p:nvPr/>
        </p:nvSpPr>
        <p:spPr>
          <a:xfrm>
            <a:off x="6656832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56832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Fare</a:t>
            </a:r>
            <a:endParaRPr lang="en-US" sz="1050" dirty="0"/>
          </a:p>
        </p:txBody>
      </p:sp>
      <p:sp>
        <p:nvSpPr>
          <p:cNvPr id="30" name="level 8"/>
          <p:cNvSpPr/>
          <p:nvPr/>
        </p:nvSpPr>
        <p:spPr>
          <a:xfrm>
            <a:off x="7690104" y="31089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0104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Scheme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Plus bus, driver, ticket and passenger tables. Distances come from map coordinates (approximate); the Routes tab lets admins add any village stand using Google Maps coordinates.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Tamil Nadu bus stands</a:t>
            </a:r>
            <a:endParaRPr lang="en-US" sz="2800" dirty="0"/>
          </a:p>
        </p:txBody>
      </p:sp>
      <p:sp>
        <p:nvSpPr>
          <p:cNvPr id="3" name="total card"/>
          <p:cNvSpPr/>
          <p:nvPr/>
        </p:nvSpPr>
        <p:spPr>
          <a:xfrm>
            <a:off x="457200" y="109728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bus stands in total</a:t>
            </a:r>
            <a:endParaRPr lang="en-US" sz="1400" dirty="0"/>
          </a:p>
        </p:txBody>
      </p:sp>
      <p:sp>
        <p:nvSpPr>
          <p:cNvPr id="6" name="Corporations card"/>
          <p:cNvSpPr/>
          <p:nvPr/>
        </p:nvSpPr>
        <p:spPr>
          <a:xfrm>
            <a:off x="45720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70048"/>
            <a:ext cx="64008" cy="9692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Corporations</a:t>
            </a:r>
            <a:endParaRPr lang="en-US" sz="1300" dirty="0"/>
          </a:p>
        </p:txBody>
      </p:sp>
      <p:sp>
        <p:nvSpPr>
          <p:cNvPr id="10" name="Municipalities card"/>
          <p:cNvSpPr/>
          <p:nvPr/>
        </p:nvSpPr>
        <p:spPr>
          <a:xfrm>
            <a:off x="246888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670048"/>
            <a:ext cx="64008" cy="9692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Municipalities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</a:rPr>
              <a:t>Figures supplied by the team; verify with the Municipal Administration Department before final submission.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66344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Safety and trust, always one tap away</a:t>
            </a:r>
            <a:endParaRPr lang="en-US" sz="2800" dirty="0"/>
          </a:p>
        </p:txBody>
      </p:sp>
      <p:sp>
        <p:nvSpPr>
          <p:cNvPr id="3" name="helpline Emergency"/>
          <p:cNvSpPr/>
          <p:nvPr/>
        </p:nvSpPr>
        <p:spPr>
          <a:xfrm>
            <a:off x="457200" y="114300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112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Emergency</a:t>
            </a:r>
            <a:endParaRPr lang="en-US" sz="1100" dirty="0"/>
          </a:p>
        </p:txBody>
      </p:sp>
      <p:sp>
        <p:nvSpPr>
          <p:cNvPr id="6" name="helpline Police"/>
          <p:cNvSpPr/>
          <p:nvPr/>
        </p:nvSpPr>
        <p:spPr>
          <a:xfrm>
            <a:off x="2514600" y="114300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Police</a:t>
            </a:r>
            <a:endParaRPr lang="en-US" sz="1100" dirty="0"/>
          </a:p>
        </p:txBody>
      </p:sp>
      <p:sp>
        <p:nvSpPr>
          <p:cNvPr id="9" name="helpline Fire"/>
          <p:cNvSpPr/>
          <p:nvPr/>
        </p:nvSpPr>
        <p:spPr>
          <a:xfrm>
            <a:off x="457200" y="22402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Fire</a:t>
            </a:r>
            <a:endParaRPr lang="en-US" sz="1100" dirty="0"/>
          </a:p>
        </p:txBody>
      </p:sp>
      <p:sp>
        <p:nvSpPr>
          <p:cNvPr id="12" name="helpline Ambulance"/>
          <p:cNvSpPr/>
          <p:nvPr/>
        </p:nvSpPr>
        <p:spPr>
          <a:xfrm>
            <a:off x="2514600" y="22402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Ambulance</a:t>
            </a:r>
            <a:endParaRPr lang="en-US" sz="1100" dirty="0"/>
          </a:p>
        </p:txBody>
      </p:sp>
      <p:sp>
        <p:nvSpPr>
          <p:cNvPr id="15" name="helpline Women helpline"/>
          <p:cNvSpPr/>
          <p:nvPr/>
        </p:nvSpPr>
        <p:spPr>
          <a:xfrm>
            <a:off x="457200" y="3337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1091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Women helpline</a:t>
            </a:r>
            <a:endParaRPr lang="en-US" sz="1100" dirty="0"/>
          </a:p>
        </p:txBody>
      </p:sp>
      <p:sp>
        <p:nvSpPr>
          <p:cNvPr id="18" name="helpline TNSTC"/>
          <p:cNvSpPr/>
          <p:nvPr/>
        </p:nvSpPr>
        <p:spPr>
          <a:xfrm>
            <a:off x="2514600" y="3337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1800 599 1500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TNSTC</a:t>
            </a:r>
            <a:endParaRPr lang="en-US" sz="1100" dirty="0"/>
          </a:p>
        </p:txBody>
      </p:sp>
      <p:sp>
        <p:nvSpPr>
          <p:cNvPr id="21" name="always card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252728"/>
            <a:ext cx="64008" cy="30723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always head"/>
          <p:cNvSpPr txBox="1"/>
          <p:nvPr/>
        </p:nvSpPr>
        <p:spPr>
          <a:xfrm>
            <a:off x="4983480" y="1271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Always on screen</a:t>
            </a:r>
            <a:endParaRPr lang="en-US" sz="1600" dirty="0"/>
          </a:p>
        </p:txBody>
      </p:sp>
      <p:sp>
        <p:nvSpPr>
          <p:cNvPr id="24" name="always body"/>
          <p:cNvSpPr txBox="1"/>
          <p:nvPr/>
        </p:nvSpPr>
        <p:spPr>
          <a:xfrm>
            <a:off x="4983480" y="16459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call bar and Google Maps button at the top of every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Helplines and Links tab right after the dashboard: transport, grievance, consumer helplines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Official links: TNSTC, MTC, Parivahan, Sarathi, Vahan, police, interstate bus corporations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any route on Google Maps from the results page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it is built</a:t>
            </a:r>
            <a:endParaRPr lang="en-US" sz="2800" dirty="0"/>
          </a:p>
        </p:txBody>
      </p:sp>
      <p:sp>
        <p:nvSpPr>
          <p:cNvPr id="3" name="py card"/>
          <p:cNvSpPr/>
          <p:nvPr/>
        </p:nvSpPr>
        <p:spPr>
          <a:xfrm>
            <a:off x="45720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64008" cy="1380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y head"/>
          <p:cNvSpPr txBox="1"/>
          <p:nvPr/>
        </p:nvSpPr>
        <p:spPr>
          <a:xfrm>
            <a:off x="685800" y="1225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Python engine + command line</a:t>
            </a:r>
            <a:endParaRPr lang="en-US" sz="1600" dirty="0"/>
          </a:p>
        </p:txBody>
      </p:sp>
      <p:sp>
        <p:nvSpPr>
          <p:cNvPr id="6" name="py body"/>
          <p:cNvSpPr txBox="1"/>
          <p:nvPr/>
        </p:nvSpPr>
        <p:spPr>
          <a:xfrm>
            <a:off x="68580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smart_bus.py: every PL048 feature, no installs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Built-in self-test</a:t>
            </a:r>
            <a:endParaRPr lang="en-US" sz="1400" dirty="0"/>
          </a:p>
        </p:txBody>
      </p:sp>
      <p:sp>
        <p:nvSpPr>
          <p:cNvPr id="7" name="st card"/>
          <p:cNvSpPr/>
          <p:nvPr/>
        </p:nvSpPr>
        <p:spPr>
          <a:xfrm>
            <a:off x="475488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07008"/>
            <a:ext cx="64008" cy="13807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 head"/>
          <p:cNvSpPr txBox="1"/>
          <p:nvPr/>
        </p:nvSpPr>
        <p:spPr>
          <a:xfrm>
            <a:off x="4983480" y="1225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Streamlit web app</a:t>
            </a:r>
            <a:endParaRPr lang="en-US" sz="1600" dirty="0"/>
          </a:p>
        </p:txBody>
      </p:sp>
      <p:sp>
        <p:nvSpPr>
          <p:cNvPr id="10" name="st body"/>
          <p:cNvSpPr txBox="1"/>
          <p:nvPr/>
        </p:nvSpPr>
        <p:spPr>
          <a:xfrm>
            <a:off x="498348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streamlit_app.py: same engine, web screens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Booking, buses, routes, reports</a:t>
            </a:r>
            <a:endParaRPr lang="en-US" sz="1400" dirty="0"/>
          </a:p>
        </p:txBody>
      </p:sp>
      <p:sp>
        <p:nvSpPr>
          <p:cNvPr id="11" name="web card"/>
          <p:cNvSpPr/>
          <p:nvPr/>
        </p:nvSpPr>
        <p:spPr>
          <a:xfrm>
            <a:off x="45720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90088"/>
            <a:ext cx="64008" cy="13807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web head"/>
          <p:cNvSpPr txBox="1"/>
          <p:nvPr/>
        </p:nvSpPr>
        <p:spPr>
          <a:xfrm>
            <a:off x="685800" y="3008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 website</a:t>
            </a:r>
            <a:endParaRPr lang="en-US" sz="1600" dirty="0"/>
          </a:p>
        </p:txBody>
      </p:sp>
      <p:sp>
        <p:nvSpPr>
          <p:cNvPr id="14" name="web body"/>
          <p:cNvSpPr txBox="1"/>
          <p:nvPr/>
        </p:nvSpPr>
        <p:spPr>
          <a:xfrm>
            <a:off x="68580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HTML, JavaScript, 3D intro, live map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Tamil / English, light / dark mode</a:t>
            </a:r>
            <a:endParaRPr lang="en-US" sz="1400" dirty="0"/>
          </a:p>
        </p:txBody>
      </p:sp>
      <p:sp>
        <p:nvSpPr>
          <p:cNvPr id="15" name="db card"/>
          <p:cNvSpPr/>
          <p:nvPr/>
        </p:nvSpPr>
        <p:spPr>
          <a:xfrm>
            <a:off x="475488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990088"/>
            <a:ext cx="64008" cy="1380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db head"/>
          <p:cNvSpPr txBox="1"/>
          <p:nvPr/>
        </p:nvSpPr>
        <p:spPr>
          <a:xfrm>
            <a:off x="4983480" y="3008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Master database</a:t>
            </a:r>
            <a:endParaRPr lang="en-US" sz="1600" dirty="0"/>
          </a:p>
        </p:txBody>
      </p:sp>
      <p:sp>
        <p:nvSpPr>
          <p:cNvPr id="18" name="db body"/>
          <p:cNvSpPr txBox="1"/>
          <p:nvPr/>
        </p:nvSpPr>
        <p:spPr>
          <a:xfrm>
            <a:off x="498348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+ JSON: district to scheme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38 districts, 67 stands, fares, schemes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Honest status and what comes next</a:t>
            </a:r>
            <a:endParaRPr lang="en-US" sz="2800" dirty="0"/>
          </a:p>
        </p:txBody>
      </p:sp>
      <p:sp>
        <p:nvSpPr>
          <p:cNvPr id="3" name="today card"/>
          <p:cNvSpPr/>
          <p:nvPr/>
        </p:nvSpPr>
        <p:spPr>
          <a:xfrm>
            <a:off x="457200" y="109728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64008" cy="2523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oday head"/>
          <p:cNvSpPr txBox="1"/>
          <p:nvPr/>
        </p:nvSpPr>
        <p:spPr>
          <a:xfrm>
            <a:off x="685800" y="1225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Working today</a:t>
            </a:r>
            <a:endParaRPr lang="en-US" sz="1600" dirty="0"/>
          </a:p>
        </p:txBody>
      </p:sp>
      <p:sp>
        <p:nvSpPr>
          <p:cNvPr id="6" name="today body"/>
          <p:cNvSpPr txBox="1"/>
          <p:nvPr/>
        </p:nvSpPr>
        <p:spPr>
          <a:xfrm>
            <a:off x="685800" y="16002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Booking, seats, e-ticket, cancel and refund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 and route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report, load and peak-hour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Helplines, official links, master database</a:t>
            </a:r>
            <a:endParaRPr lang="en-US" sz="1400" dirty="0"/>
          </a:p>
        </p:txBody>
      </p:sp>
      <p:sp>
        <p:nvSpPr>
          <p:cNvPr id="7" name="next card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DE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07008"/>
            <a:ext cx="64008" cy="25237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ext head"/>
          <p:cNvSpPr txBox="1"/>
          <p:nvPr/>
        </p:nvSpPr>
        <p:spPr>
          <a:xfrm>
            <a:off x="4983480" y="1225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next body"/>
          <p:cNvSpPr txBox="1"/>
          <p:nvPr/>
        </p:nvSpPr>
        <p:spPr>
          <a:xfrm>
            <a:off x="4983480" y="16002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payment gateway (demo only now)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TNSTC timings and seat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village bus-stand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Central database and admin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Maps distance service</a:t>
            </a:r>
            <a:endParaRPr lang="en-US" sz="1400" dirty="0"/>
          </a:p>
        </p:txBody>
      </p:sp>
      <p:sp>
        <p:nvSpPr>
          <p:cNvPr id="11" name="demo bar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27A"/>
                </a:solidFill>
              </a:rPr>
              <a:t>Live demo: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claude.ai/artifact/KkTYppeLnxqHYfYCmvTJCj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NBus">
  <a:themeElements>
    <a:clrScheme name="TNBus">
      <a:dk1>
        <a:srgbClr val="15211B"/>
      </a:dk1>
      <a:lt1>
        <a:srgbClr val="FFFFFF"/>
      </a:lt1>
      <a:dk2>
        <a:srgbClr val="08392B"/>
      </a:dk2>
      <a:lt2>
        <a:srgbClr val="F5F6F1"/>
      </a:lt2>
      <a:accent1>
        <a:srgbClr val="0D7A58"/>
      </a:accent1>
      <a:accent2>
        <a:srgbClr val="F4B21B"/>
      </a:accent2>
      <a:accent3>
        <a:srgbClr val="C0392B"/>
      </a:accent3>
      <a:accent4>
        <a:srgbClr val="2A7FD4"/>
      </a:accent4>
      <a:accent5>
        <a:srgbClr val="7B4BD1"/>
      </a:accent5>
      <a:accent6>
        <a:srgbClr val="E5733F"/>
      </a:accent6>
      <a:hlink>
        <a:srgbClr val="0D7A58"/>
      </a:hlink>
      <a:folHlink>
        <a:srgbClr val="7B4BD1"/>
      </a:folHlink>
    </a:clrScheme>
    <a:fontScheme name="TNBus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Bus – Bus Route &amp; Passenger Management System</dc:title>
  <dc:subject>PptxGenJS Presentation</dc:subject>
  <dc:creator>PptxGenJS</dc:creator>
  <cp:lastModifiedBy>PptxGenJS</cp:lastModifiedBy>
  <cp:revision>1</cp:revision>
  <dcterms:created xsi:type="dcterms:W3CDTF">2026-10-08T09:08:34Z</dcterms:created>
  <dcterms:modified xsi:type="dcterms:W3CDTF">2026-10-08T09:08:34Z</dcterms:modified>
</cp:coreProperties>
</file>